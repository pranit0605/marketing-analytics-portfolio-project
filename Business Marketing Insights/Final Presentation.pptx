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p:scale>
          <a:sx n="100" d="100"/>
          <a:sy n="100" d="100"/>
        </p:scale>
        <p:origin x="254"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6/11/2025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0000" lnSpcReduction="20000"/>
          </a:bodyPr>
          <a:lstStyle/>
          <a:p>
            <a:pPr>
              <a:lnSpc>
                <a:spcPct val="160000"/>
              </a:lnSpc>
            </a:pPr>
            <a:r>
              <a:rPr lang="en-US" sz="2000" b="1" dirty="0"/>
              <a:t>Decreased Conversion Rates: </a:t>
            </a:r>
            <a:r>
              <a:rPr lang="en-US" sz="2000" dirty="0"/>
              <a:t>The conversion rate demonstrated a strong drop from 11.6% to 8.5% in upcoming years indicating issue with product branding, page performance or user experience.</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lvl="1">
              <a:lnSpc>
                <a:spcPct val="160000"/>
              </a:lnSpc>
            </a:pPr>
            <a:r>
              <a:rPr lang="en-US" sz="2000" dirty="0"/>
              <a:t>Blogs are getting more reach than social media and videos indicates promotion and discounts via Blogs could be more beneficial . </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p>
          <a:p>
            <a:pPr lvl="1">
              <a:lnSpc>
                <a:spcPct val="160000"/>
              </a:lnSpc>
            </a:pPr>
            <a:r>
              <a:rPr lang="en-US" sz="2000" dirty="0"/>
              <a:t>Positive Reviews spike in February and are at the lowest at Mid July indicating possible transportation or quality issue at that time of the month.</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325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lvl="1">
              <a:lnSpc>
                <a:spcPct val="170000"/>
              </a:lnSpc>
            </a:pPr>
            <a:r>
              <a:rPr lang="en-US" dirty="0"/>
              <a:t>We  discovered January to be the month with maximum conversion rate with high sales for Boxing Gloves, hockey sticks and soccer balls with double sales for Ski Boots at 200% while steep decline in sales of Volleyball  in December with 3.6% conversion rate.</a:t>
            </a:r>
          </a:p>
          <a:p>
            <a:pPr>
              <a:lnSpc>
                <a:spcPct val="170000"/>
              </a:lnSpc>
            </a:pPr>
            <a:r>
              <a:rPr lang="en-US" b="1" dirty="0"/>
              <a:t>Lowest Conversion Month:</a:t>
            </a:r>
          </a:p>
          <a:p>
            <a:pPr lvl="1">
              <a:lnSpc>
                <a:spcPct val="170000"/>
              </a:lnSpc>
            </a:pPr>
            <a:r>
              <a:rPr lang="en-US" dirty="0"/>
              <a:t>Many experienced the lowest overall conversion rate at 4.3%, with no products standing out significantly in terms of conversion. This indicates a potential need to revisit marketing strategies or promotions during this period to boost performance.</a:t>
            </a:r>
          </a:p>
          <a:p>
            <a:pPr lvl="1">
              <a:lnSpc>
                <a:spcPct val="170000"/>
              </a:lnSpc>
            </a:pPr>
            <a:r>
              <a:rPr lang="en-US" dirty="0"/>
              <a:t>Hockey Sticks provided highest conversion rate of 15.5% while Swim Gloves with the lowest conversion rate at 5.6%. This indicates need for revisiting business strategies for Swim Gloves.</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a:xfrm>
            <a:off x="838200" y="1551305"/>
            <a:ext cx="5181600" cy="4351338"/>
          </a:xfrm>
        </p:spPr>
        <p:txBody>
          <a:bodyPr>
            <a:normAutofit fontScale="40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lvl="1">
              <a:lnSpc>
                <a:spcPct val="170000"/>
              </a:lnSpc>
            </a:pPr>
            <a:r>
              <a:rPr lang="en-US" dirty="0"/>
              <a:t>This indicates need for revisiting strategies for more customer engagement.</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lvl="1">
              <a:lnSpc>
                <a:spcPct val="170000"/>
              </a:lnSpc>
            </a:pPr>
            <a:r>
              <a:rPr lang="en-US" dirty="0"/>
              <a:t>Possibly there lies issues in product pricing  and their respective customer reviews which are preferably showing a steady decline in customer interest and reach.</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p>
          <a:p>
            <a:pPr lvl="1">
              <a:lnSpc>
                <a:spcPct val="170000"/>
              </a:lnSpc>
            </a:pPr>
            <a:r>
              <a:rPr lang="en-US" dirty="0"/>
              <a:t>Basketball and Football Helmets proven to have maximum reach on social media.</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7227715" y="1606648"/>
            <a:ext cx="2918170" cy="1752752"/>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279264" y="200682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 name="Picture 4">
            <a:extLst>
              <a:ext uri="{FF2B5EF4-FFF2-40B4-BE49-F238E27FC236}">
                <a16:creationId xmlns:a16="http://schemas.microsoft.com/office/drawing/2014/main" id="{B0CAD181-200F-C854-4B0E-9FB92CBC3889}"/>
              </a:ext>
            </a:extLst>
          </p:cNvPr>
          <p:cNvPicPr>
            <a:picLocks noChangeAspect="1"/>
          </p:cNvPicPr>
          <p:nvPr/>
        </p:nvPicPr>
        <p:blipFill>
          <a:blip r:embed="rId3"/>
          <a:stretch>
            <a:fillRect/>
          </a:stretch>
        </p:blipFill>
        <p:spPr>
          <a:xfrm>
            <a:off x="6934575" y="3920353"/>
            <a:ext cx="3120241" cy="1789664"/>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8022826" y="1084013"/>
            <a:ext cx="3035427" cy="2120733"/>
          </a:xfrm>
          <a:prstGeom prst="rect">
            <a:avLst/>
          </a:prstGeom>
        </p:spPr>
      </p:pic>
      <p:pic>
        <p:nvPicPr>
          <p:cNvPr id="5" name="Picture 4">
            <a:extLst>
              <a:ext uri="{FF2B5EF4-FFF2-40B4-BE49-F238E27FC236}">
                <a16:creationId xmlns:a16="http://schemas.microsoft.com/office/drawing/2014/main" id="{3F981AC1-1778-2E6E-CB56-43BD9C3B93A4}"/>
              </a:ext>
            </a:extLst>
          </p:cNvPr>
          <p:cNvPicPr>
            <a:picLocks noChangeAspect="1"/>
          </p:cNvPicPr>
          <p:nvPr/>
        </p:nvPicPr>
        <p:blipFill>
          <a:blip r:embed="rId3"/>
          <a:stretch>
            <a:fillRect/>
          </a:stretch>
        </p:blipFill>
        <p:spPr>
          <a:xfrm>
            <a:off x="6172202" y="3574574"/>
            <a:ext cx="5563082" cy="192040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188</TotalTime>
  <Words>966</Words>
  <Application>Microsoft Office PowerPoint</Application>
  <PresentationFormat>Widescreen</PresentationFormat>
  <Paragraphs>58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Pranit Gore</cp:lastModifiedBy>
  <cp:revision>4</cp:revision>
  <dcterms:created xsi:type="dcterms:W3CDTF">2024-09-03T15:16:05Z</dcterms:created>
  <dcterms:modified xsi:type="dcterms:W3CDTF">2025-06-11T07:41:42Z</dcterms:modified>
</cp:coreProperties>
</file>